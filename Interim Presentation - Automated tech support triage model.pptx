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0" r:id="rId2"/>
    <p:sldId id="263" r:id="rId3"/>
    <p:sldId id="264" r:id="rId4"/>
    <p:sldId id="265" r:id="rId5"/>
    <p:sldId id="266" r:id="rId6"/>
    <p:sldId id="267" r:id="rId7"/>
    <p:sldId id="268" r:id="rId8"/>
    <p:sldId id="269" r:id="rId9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1CAED6-C416-4CDA-A8E1-21B58A28877A}" type="datetimeFigureOut">
              <a:rPr lang="en-IL" smtClean="0"/>
              <a:t>20/12/2025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44F031-219E-41C9-A12D-A546DF746C3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3284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4F031-219E-41C9-A12D-A546DF746C3A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79241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4F031-219E-41C9-A12D-A546DF746C3A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48205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4F031-219E-41C9-A12D-A546DF746C3A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0988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4F031-219E-41C9-A12D-A546DF746C3A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28293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4F031-219E-41C9-A12D-A546DF746C3A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59828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85140-2B14-D5ED-55B8-8F0F7445C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1557D2-5A06-05AA-3355-51E5778C5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82A29-8863-A385-EA45-727D577EC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0F066-66AF-4900-999A-FCA6EEAC5754}" type="datetimeFigureOut">
              <a:rPr lang="en-IL" smtClean="0"/>
              <a:t>20/12/2025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B843B-4A72-F50B-3463-AF531BFD7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F2567-5DD5-F630-E6AD-5B3F2A04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74E5-BE85-4454-9B45-16F4FCBE5D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53333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5C57E-8A9A-7497-9FFD-07E11E534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0C888-74F3-2DF8-9D1B-1D729F8C5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FCBB7-06B5-117D-4B2C-AFFEF4DC1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0F066-66AF-4900-999A-FCA6EEAC5754}" type="datetimeFigureOut">
              <a:rPr lang="en-IL" smtClean="0"/>
              <a:t>20/12/2025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8C731-569D-883C-F327-DE4F428DF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4B3EC-90B6-87CA-3D0C-25469D8CA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74E5-BE85-4454-9B45-16F4FCBE5D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41064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22C24-AD46-E374-D5AF-3BEB68A70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4C442-E2C0-46F0-6067-5D43B56B0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BB1BE-C1D2-0A5F-2C25-63CA8632B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0F066-66AF-4900-999A-FCA6EEAC5754}" type="datetimeFigureOut">
              <a:rPr lang="en-IL" smtClean="0"/>
              <a:t>20/12/2025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8436B-D692-0493-C7BA-CB5F3897E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3101E-9506-5434-361D-D01355E8C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74E5-BE85-4454-9B45-16F4FCBE5D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52324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DDB98-858F-6D07-1248-0EF71C121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DEB13-D78B-E1C9-CE9F-89D2ACEB4D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C3C865-D6A3-3951-6CCF-1D0634B7E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4A1B2-29FF-6C9B-CD53-FC20B3B85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0F066-66AF-4900-999A-FCA6EEAC5754}" type="datetimeFigureOut">
              <a:rPr lang="en-IL" smtClean="0"/>
              <a:t>20/12/2025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9C670-AFE6-5620-05DE-17535533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10D52-EFF6-B521-1217-CB27F4685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74E5-BE85-4454-9B45-16F4FCBE5D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50911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E10ED-862A-0B6E-DCFE-7C0F37480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56EF4-C1DC-91B8-F131-8C7777F9A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D40379-9203-779C-1CA8-0C17D2FB7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ECFC4-E171-29CB-C950-43939D81BB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239601-3F02-F9DF-84DE-2066B4FBB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059D3E-329A-1077-87DC-8B0CCFEAD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0F066-66AF-4900-999A-FCA6EEAC5754}" type="datetimeFigureOut">
              <a:rPr lang="en-IL" smtClean="0"/>
              <a:t>20/12/2025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BB7A5E-7CB4-FE5B-C27F-2E879AAA8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4F0435-F137-E7BA-BC41-C97E86E5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74E5-BE85-4454-9B45-16F4FCBE5D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4265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D3F02-AE0D-58CD-C7B6-769234727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7BAF8E-4FDD-BF78-118B-22F112D3A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0F066-66AF-4900-999A-FCA6EEAC5754}" type="datetimeFigureOut">
              <a:rPr lang="en-IL" smtClean="0"/>
              <a:t>20/12/2025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44540C-1C57-FF74-1C71-0FE40B1FC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AE7E0C-C328-BF56-4D09-83846F89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74E5-BE85-4454-9B45-16F4FCBE5D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44954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25B672-AC98-32CF-6D6C-6C1C36323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0F066-66AF-4900-999A-FCA6EEAC5754}" type="datetimeFigureOut">
              <a:rPr lang="en-IL" smtClean="0"/>
              <a:t>20/12/2025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5E370-BDBE-3BF6-2D92-99D6D6493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027EF-40FB-9E3D-12C5-385ABC03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74E5-BE85-4454-9B45-16F4FCBE5D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17794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694C8-8EDE-2B8C-F404-8791A061A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499ED-3D0F-4CC5-BB63-BC63FD687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6ACE1-87DA-65B5-4E46-F4F6DAA49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9AF7FB-6DEA-9DB7-3CD7-C2A02B6F5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0F066-66AF-4900-999A-FCA6EEAC5754}" type="datetimeFigureOut">
              <a:rPr lang="en-IL" smtClean="0"/>
              <a:t>20/12/2025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E83C50-1277-B88C-0BFD-213F7DAC7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6F07B-65B0-36B1-F3CB-58525DED6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74E5-BE85-4454-9B45-16F4FCBE5D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26115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5977A-4D0E-EFC3-DE1F-0CAEE9E8C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A9098C-7D26-FCE4-A960-272B3C412A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11E9B-62ED-853D-6BA2-5EDDCE287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455A7C-092B-988B-9AC5-6D25A4D04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0F066-66AF-4900-999A-FCA6EEAC5754}" type="datetimeFigureOut">
              <a:rPr lang="en-IL" smtClean="0"/>
              <a:t>20/12/2025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E0B1F-4EBA-853B-0ADB-DC4375472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CA54AB-0B6F-9428-29CE-7B1F333C4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74E5-BE85-4454-9B45-16F4FCBE5D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9149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318E7-26CD-210F-3074-D7445D37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B817B-6A6C-F03B-854D-33AD541FF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0517F-ACB7-6518-87F6-74B564DEA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0F066-66AF-4900-999A-FCA6EEAC5754}" type="datetimeFigureOut">
              <a:rPr lang="en-IL" smtClean="0"/>
              <a:t>20/12/2025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E5048-ACD1-F1EB-37EE-E082EF20A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59E16-788F-5557-BFC2-EE1F96EBB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74E5-BE85-4454-9B45-16F4FCBE5D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24641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EF432C-2405-2216-6FE9-E0F6EF28FB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E2498E-CEA6-EB3A-03CC-0E7E971E5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383AB-83A2-3D80-EBA9-87AC6EEAC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0F066-66AF-4900-999A-FCA6EEAC5754}" type="datetimeFigureOut">
              <a:rPr lang="en-IL" smtClean="0"/>
              <a:t>20/12/2025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28EF6-47C9-28DA-49FE-39242E5A7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FF422-8499-3AA3-4F41-2E26D7E37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74E5-BE85-4454-9B45-16F4FCBE5D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6470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74F8F6-01A0-2F34-58D3-93C0B81BA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F552B-BECF-5204-1753-AEEB40843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23F23-9FA2-A514-4E37-B48BE0381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60F066-66AF-4900-999A-FCA6EEAC5754}" type="datetimeFigureOut">
              <a:rPr lang="en-IL" smtClean="0"/>
              <a:t>20/12/2025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6608A-AB2C-007A-B76B-6CB40B25AC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2C805-E059-4998-7786-B3D615C7A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9074E5-BE85-4454-9B45-16F4FCBE5D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29471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3EF0B-8F85-8CBF-72B7-34BDB2048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B512C-D153-7C2A-6E8A-71B6A1F8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 descr="A computer monitor and icons&#10;&#10;AI-generated content may be incorrect.">
            <a:extLst>
              <a:ext uri="{FF2B5EF4-FFF2-40B4-BE49-F238E27FC236}">
                <a16:creationId xmlns:a16="http://schemas.microsoft.com/office/drawing/2014/main" id="{D8A00065-454B-4996-2247-FD5EEECF9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32"/>
            <a:ext cx="12192000" cy="685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379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261D8-FAC4-98F3-ACCB-9CE6E8D7C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C156A-EFED-7FEB-199B-B275B076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 descr="A close-up of a web page&#10;&#10;AI-generated content may be incorrect.">
            <a:extLst>
              <a:ext uri="{FF2B5EF4-FFF2-40B4-BE49-F238E27FC236}">
                <a16:creationId xmlns:a16="http://schemas.microsoft.com/office/drawing/2014/main" id="{71AF5AFD-F834-9C23-09B8-D93B95037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" y="0"/>
            <a:ext cx="121897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029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F44D0-DDB3-5A03-E934-BC8E3DC3D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F9829-F961-B050-B13E-CD6436585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 descr="A diagram of a project&#10;&#10;AI-generated content may be incorrect.">
            <a:extLst>
              <a:ext uri="{FF2B5EF4-FFF2-40B4-BE49-F238E27FC236}">
                <a16:creationId xmlns:a16="http://schemas.microsoft.com/office/drawing/2014/main" id="{EDDC5884-FF16-BA68-E256-90722F6CD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637"/>
            <a:ext cx="12192000" cy="684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107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2C397-3E11-8D73-7664-67FED17C7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63CF5-8109-0E6D-BB39-9620FB377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09D6A78F-8986-A8C9-68B2-2F196EAA6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62" y="0"/>
            <a:ext cx="121830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646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36FC7-AFB5-8336-2800-CB246A199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D1A02-FE89-5B2B-9D99-334D07C18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 descr="A close-up of several words&#10;&#10;AI-generated content may be incorrect.">
            <a:extLst>
              <a:ext uri="{FF2B5EF4-FFF2-40B4-BE49-F238E27FC236}">
                <a16:creationId xmlns:a16="http://schemas.microsoft.com/office/drawing/2014/main" id="{70E3469E-501A-26F2-2734-62D014F4E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307"/>
            <a:ext cx="12192000" cy="684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357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201BA-A2B9-2A25-D314-A181474AE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B1A01-58BB-33AD-22C1-85EDFA0E7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7" name="Picture 6" descr="A graph and text on a white background&#10;&#10;AI-generated content may be incorrect.">
            <a:extLst>
              <a:ext uri="{FF2B5EF4-FFF2-40B4-BE49-F238E27FC236}">
                <a16:creationId xmlns:a16="http://schemas.microsoft.com/office/drawing/2014/main" id="{A27309E5-A572-3D13-31FC-1ABD302A9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225"/>
            <a:ext cx="12192000" cy="684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010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344CA-7CC7-2621-AAF1-B02F3A8F4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2D590-1554-226A-7844-85648F201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1BBEEC-B30C-808F-5C3A-326E2057E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412"/>
            <a:ext cx="12192000" cy="685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291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67714-1E95-77F3-D9E2-DF53BA03C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26456-009A-F0B5-1684-2DD9EA1FE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AF810F3-0E6E-B568-A3B4-893B104CE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988"/>
            <a:ext cx="12192000" cy="684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59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5</Words>
  <Application>Microsoft Office PowerPoint</Application>
  <PresentationFormat>Widescreen</PresentationFormat>
  <Paragraphs>5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Hazan</dc:creator>
  <cp:lastModifiedBy>Amit Hazan</cp:lastModifiedBy>
  <cp:revision>1</cp:revision>
  <dcterms:created xsi:type="dcterms:W3CDTF">2025-12-20T09:33:12Z</dcterms:created>
  <dcterms:modified xsi:type="dcterms:W3CDTF">2025-12-20T11:54:53Z</dcterms:modified>
</cp:coreProperties>
</file>